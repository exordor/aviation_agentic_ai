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Schema-Constrained Agentic KG-RAG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Evidence-Grounded QA over FAA ATCSCC Advisories  ·  Master Project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Motivation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ATCSCC advisories = public, semi-structured NAS traffic-management notices.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Short texts with identifiers, affected NAS elements, time windows, causes.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Facts are source-visible and checkable against evidence spans.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Problem: can a lightweight schema constrain LLM extraction, support agentic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validation/refinement, and yield an event graph that improves grounded QA?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Contribution = method integration under ONE bounded source family.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NOT a complete aviation ontology; NOT operational ATC decision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RQ1 — Schema-constrained extraction: valid, evidence-linked event records?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RQ2 — Agentic validation-refinement: reduce schema violations &amp; unsupported relations?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RQ3 — KG-RAG grounding: improve evidence grounding &amp; citations vs vector-only?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RQ4 — Failure boundary: what failure types remain; where is human review needed?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Evaluation philosophy: layered metrics, NO mixed overall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Method: Five-Block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See reports/final/assets/atcscc_architecture.svg (PNG render recommended for the deck).</a:t>
            </a:r>
            <a:br/>
            <a:r>
              <a:t>advisory → schema → agentic extraction (S0–S4 + validator/refiner/critic) → evidence-linked event graph → vector/graph/hybrid/routed KG-RAG → answers + citations.</a:t>
            </a:r>
            <a:br/>
            <a:br/>
            <a:r>
              <a:t>Reproduce end-to-end:  uv run aviation-ai demo   (offline, no API key)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Data &amp;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Retrospective ATCSCC snapshot (2026-05-14 → 2026-05-20).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867 advisory pages → 100 reviewed gold records.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Classes: GroundDelay(16) · GroundStop(21) · ReRoute(23) · TrafficMgmt(40).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Schema = NASA ATMONTO-derived ATCSCC slice (not the full ontology).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18 classes · 22 properties · evidence-span required · profile-gap policy.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S0 owns deterministic fields; S3/S4 may add but not overwrite semantic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RQ1 — Schema-Constrained Extraction (100 reviewed records, strict semantic F1)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Schema 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Structural accept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S0 rule-only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0.922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S1b LLM canonicalized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0.416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S2 schema-slice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0.825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S3 validator-repair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0.897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S4 hybrid enrichment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RQ1 Reading + RQ2 Agentic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RQ1: deterministic S0 (0.759) and S4 hybrid (0.727) are strongest.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Pure-LLM arms (S1b/S2/S3) markedly weaker — negative result, reported directly.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Schema constraint effective: S1b structural accept 0.42 vs S2/S4 ≥ 0.82.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Provenance completeness 1.0 · evidence-in-source 1.0 · 448 valid triples.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RQ2: validator/refiner/critic loop records auditable repair/reject decisions.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S3 repair success 0.897 · S4 repair success 1.0 · quarantine 0.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Loop = diagnostic/repair framework; not autonomous ontology construction.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RQ3 — Head-to-Head: KG-RAG vs Vector-Only (same 30 ATCSCC questions, gpt-5.4-mini)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Unsupported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Citation recall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KG-RAG (routed, graph+critic)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0.608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Vector-only (live tfidf, no graph)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0.372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RQ3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KG-RAG ~doubles correctness; ~30x lower unsupported-claim rate.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Gain concentrated on entity/cause/status templates: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AFFECTED-NAS-ELEMENTS, CAUSE-CONDITION, STATUS-ACTION.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Vector-only ties/wins on TIME-WINDOW, ABSTENTION, ROUTE-SEMANTICS.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Recall@5 is non-discriminating on ATCSCC (0.685 for most modes).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The graph's value is at the answer-correctness layer, not retrieval recall.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Forcing graph everywhere hurts abstention (F1 0.52) — routing matters.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STILL: source-bounded, 30 questions — not a universal GraphRAG claim.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RQ4 — Failure &amp; Review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9 generated-answer cases packaged for review (incl. 3 failures).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3 failures adjudicated as profile/gold-boundary cases.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Profile-decision what-if: predicate whitelist would fix those 3,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but does NOT replace strict metrics or change gold/profile artifacts.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Failure taxonomy: extraction · retrieval · profile/gold-boundary ·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answer-overreach · human-review cases.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Automated diagnostics ≠ human/expert review. Operational use out of scope.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Claim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CAN claim: schema constrains extraction; provenance preserved; KG-RAG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improves some source-bounded grounding diagnostics; failures categorized.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MUST NOT claim: complete ontology; universal GraphRAG superiority;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expert certification; operational ATC/flight safety.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Reviewer-defense + SOTA-goal audits both pass for internal/diagnostic claims.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Reproducibility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CLI end-to-end demo (offline):  uv run aviation-ai demo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RQ3 vector-only arm:  scripts/build_nasa_atmonto_s7_llm_answer_generation.py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--modes vector-only --run-llm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Quality gates:  uv run ruff check .   &amp;&amp;   uv run pytest -q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Full report:  reports/final/atcscc_thesis_report.md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Dashboard:  reports/stages/thesis_experiment_dashboard.md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Reproducible schema-constrained Agentic KG-RAG over retrospective ATCSCC advisories.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Schema constrains extraction &amp; supports deterministic validation.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Agentic loop gives inspectable repair/rejection signals.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Matched head-to-head: KG-RAG improves correctness &amp; cuts unsupported claims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on relation-oriented questions vs vector-only baseline.</a:t>
            </a:r>
          </a:p>
          <a:p>
            <a:pPr>
              <a:spcAft>
                <a:spcPts val="600"/>
              </a:spcAft>
              <a:defRPr sz="2000">
                <a:solidFill>
                  <a:srgbClr val="0F172A"/>
                </a:solidFill>
              </a:defRPr>
            </a:pPr>
            <a:r>
              <a:t>Bounded method for evidence-grounded advisory QA —</a:t>
            </a:r>
          </a:p>
          <a:p>
            <a:pPr lvl="1"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not a certified ontology or live operational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